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25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86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18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4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4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24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90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93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8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09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5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757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35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106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839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825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7C5E6-1BB7-45CF-BA3B-C5A64691802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4866D-A853-400B-BDEE-79CC06A25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23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40BE3-2DA6-4B37-98C9-7EBDCBC7A171}"/>
              </a:ext>
            </a:extLst>
          </p:cNvPr>
          <p:cNvSpPr/>
          <p:nvPr/>
        </p:nvSpPr>
        <p:spPr>
          <a:xfrm>
            <a:off x="2887362" y="34770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Design, Development and Implementation of an Offline Real-Time Pothole Detection System Using YOLOv8 on an ARM-Based Embedded Platform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FD6086-AD4C-4B20-9E15-66B06A883F50}"/>
              </a:ext>
            </a:extLst>
          </p:cNvPr>
          <p:cNvSpPr/>
          <p:nvPr/>
        </p:nvSpPr>
        <p:spPr>
          <a:xfrm>
            <a:off x="2884513" y="1917362"/>
            <a:ext cx="617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Bharat AI-SoC Student Challenge (ARM – C2S Programme)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92685-B0DE-4B85-B353-64AFE4A2A2BA}"/>
              </a:ext>
            </a:extLst>
          </p:cNvPr>
          <p:cNvSpPr/>
          <p:nvPr/>
        </p:nvSpPr>
        <p:spPr>
          <a:xfrm>
            <a:off x="3048000" y="287774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Mrs.PRISCILLA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SOPHIA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: SRI SHAKTHI INSITITUTE OF ENGINEERING AND TECHNOLOGY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AVINASH .C.K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KISHORE .P.S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MANOSARAN.P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84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EA1D3-14A7-4486-A582-BC5CD6072AB9}"/>
              </a:ext>
            </a:extLst>
          </p:cNvPr>
          <p:cNvSpPr/>
          <p:nvPr/>
        </p:nvSpPr>
        <p:spPr>
          <a:xfrm>
            <a:off x="1053193" y="558801"/>
            <a:ext cx="1035231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PROBLEM STATEMENT</a:t>
            </a: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infrastructure degradation is a major concern affecting vehicle safety, passenger comfort, and transportation efficiency.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Potholes develop due to continuous traffic load, water seepage, poor construction quality, and lack of timely maintenance.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road inspection methods rely on manual surveys, which are time-consuming, costly, and prone to human error.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real-time, and cost-effective solution that can detect potholes efficiently without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3222393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4BF97-C4EC-4C5E-A429-3A6E15990392}"/>
              </a:ext>
            </a:extLst>
          </p:cNvPr>
          <p:cNvSpPr/>
          <p:nvPr/>
        </p:nvSpPr>
        <p:spPr>
          <a:xfrm>
            <a:off x="3048000" y="1309638"/>
            <a:ext cx="72517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OBJECTIVES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offline real-time pothole detection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deploy a deep learning model on an ARM-based embedded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dependency on cloud-based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visual output for road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low-cost and portable embedded AI solution</a:t>
            </a:r>
          </a:p>
        </p:txBody>
      </p:sp>
    </p:spTree>
    <p:extLst>
      <p:ext uri="{BB962C8B-B14F-4D97-AF65-F5344CB8AC3E}">
        <p14:creationId xmlns:p14="http://schemas.microsoft.com/office/powerpoint/2010/main" val="158253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442AB-0997-4662-B682-35BC992A9666}"/>
              </a:ext>
            </a:extLst>
          </p:cNvPr>
          <p:cNvSpPr/>
          <p:nvPr/>
        </p:nvSpPr>
        <p:spPr>
          <a:xfrm>
            <a:off x="2781300" y="282644"/>
            <a:ext cx="8407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WHY OFFLINE EDGE AI?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AI-based road monitoring systems rely on cloud servers, which introduces: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latency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operational cost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Edge AI: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happens locally on the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is reduced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works in remote and rural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is preserved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complete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edge AI solution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5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C21339-8E42-4108-8F92-9657F4F34511}"/>
              </a:ext>
            </a:extLst>
          </p:cNvPr>
          <p:cNvSpPr/>
          <p:nvPr/>
        </p:nvSpPr>
        <p:spPr>
          <a:xfrm>
            <a:off x="2857500" y="1003638"/>
            <a:ext cx="6985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SYSTEM OVERVIEW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live road video using a camera and processes each frame locally using a deep learning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potholes are highlighted and displayed in real time on a connected monitor.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pipeline operates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internet connectivity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on-road and field deployment.</a:t>
            </a:r>
          </a:p>
        </p:txBody>
      </p:sp>
    </p:spTree>
    <p:extLst>
      <p:ext uri="{BB962C8B-B14F-4D97-AF65-F5344CB8AC3E}">
        <p14:creationId xmlns:p14="http://schemas.microsoft.com/office/powerpoint/2010/main" val="390808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E7C58-5C76-410E-A19B-C8D42F67D06C}"/>
              </a:ext>
            </a:extLst>
          </p:cNvPr>
          <p:cNvSpPr txBox="1"/>
          <p:nvPr/>
        </p:nvSpPr>
        <p:spPr>
          <a:xfrm flipH="1">
            <a:off x="3949700" y="685800"/>
            <a:ext cx="4615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EC9B8-8878-43E2-BACB-BD90F5BA1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50" y="1372914"/>
            <a:ext cx="5974082" cy="52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0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82BFDE-756A-4A8A-8830-AD24823A0783}"/>
              </a:ext>
            </a:extLst>
          </p:cNvPr>
          <p:cNvSpPr/>
          <p:nvPr/>
        </p:nvSpPr>
        <p:spPr>
          <a:xfrm>
            <a:off x="2908300" y="802839"/>
            <a:ext cx="79375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components used in this project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/ Raspberry Pi 5 (ARM-based processor)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Webcam / Dashcam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HDMI 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 Card (Operating System &amp; Storage)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acts as the central processing unit for AI inference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52902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935CF4-DD29-4FDB-B5C2-44DBAD1356D4}"/>
              </a:ext>
            </a:extLst>
          </p:cNvPr>
          <p:cNvSpPr/>
          <p:nvPr/>
        </p:nvSpPr>
        <p:spPr>
          <a:xfrm>
            <a:off x="1587500" y="1031439"/>
            <a:ext cx="101981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ARM-BASED EMBEDDED PLATFORM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implemented on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based on ARM architecture.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Quad-core ARM processor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OS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camera and HDMI display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for edge AI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7024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342396-E415-4C14-B635-FA1A51FA0A69}"/>
              </a:ext>
            </a:extLst>
          </p:cNvPr>
          <p:cNvSpPr/>
          <p:nvPr/>
        </p:nvSpPr>
        <p:spPr>
          <a:xfrm>
            <a:off x="2500086" y="535231"/>
            <a:ext cx="787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technologies used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for video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YOLOv8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(CPU-based 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(Linux)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software components are optimized for CPU-based execution.</a:t>
            </a:r>
          </a:p>
        </p:txBody>
      </p:sp>
    </p:spTree>
    <p:extLst>
      <p:ext uri="{BB962C8B-B14F-4D97-AF65-F5344CB8AC3E}">
        <p14:creationId xmlns:p14="http://schemas.microsoft.com/office/powerpoint/2010/main" val="422567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DA81B-E6C3-42F8-A132-C0F24266831F}"/>
              </a:ext>
            </a:extLst>
          </p:cNvPr>
          <p:cNvSpPr/>
          <p:nvPr/>
        </p:nvSpPr>
        <p:spPr>
          <a:xfrm>
            <a:off x="1968500" y="956439"/>
            <a:ext cx="8458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ACQUISITION PROCESS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USB camera continuously captures live road footage.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frame is transmitted to the Raspberry Pi through the USB interface.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handles: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initialization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capture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resizing and preprocessing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Captured frames are passed sequentially to the detection model.</a:t>
            </a:r>
          </a:p>
        </p:txBody>
      </p:sp>
    </p:spTree>
    <p:extLst>
      <p:ext uri="{BB962C8B-B14F-4D97-AF65-F5344CB8AC3E}">
        <p14:creationId xmlns:p14="http://schemas.microsoft.com/office/powerpoint/2010/main" val="2159012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DBF4E7-31C6-41C6-B688-B01899AEB043}"/>
              </a:ext>
            </a:extLst>
          </p:cNvPr>
          <p:cNvSpPr/>
          <p:nvPr/>
        </p:nvSpPr>
        <p:spPr>
          <a:xfrm>
            <a:off x="917121" y="756280"/>
            <a:ext cx="10604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YOLOv8 MODEL OVERVIEW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pothole detection model is based on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(You Only Look Once version 8).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 performs object detection in a single forward pass, making it suitable for real-time applications on embedded systems.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 Nano (YOLOv8n)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variant is used due to its lightweight nature.</a:t>
            </a:r>
          </a:p>
        </p:txBody>
      </p:sp>
    </p:spTree>
    <p:extLst>
      <p:ext uri="{BB962C8B-B14F-4D97-AF65-F5344CB8AC3E}">
        <p14:creationId xmlns:p14="http://schemas.microsoft.com/office/powerpoint/2010/main" val="3309584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F6FCD9-37B6-4A7A-AB04-3EC2859FE81E}"/>
              </a:ext>
            </a:extLst>
          </p:cNvPr>
          <p:cNvSpPr/>
          <p:nvPr/>
        </p:nvSpPr>
        <p:spPr>
          <a:xfrm>
            <a:off x="1534886" y="404017"/>
            <a:ext cx="96647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INTERNAL WORKING OF YOLOv8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 architecture consists of: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 network for feature extraction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Neck network for multi-scale feature fusion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head for bounding box prediction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processes the entire image at once and directly predicts object locations and confidence scores.   </a:t>
            </a:r>
          </a:p>
        </p:txBody>
      </p:sp>
    </p:spTree>
    <p:extLst>
      <p:ext uri="{BB962C8B-B14F-4D97-AF65-F5344CB8AC3E}">
        <p14:creationId xmlns:p14="http://schemas.microsoft.com/office/powerpoint/2010/main" val="254801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92AE79-F80C-4172-81B4-F27FF9E84D3C}"/>
              </a:ext>
            </a:extLst>
          </p:cNvPr>
          <p:cNvSpPr/>
          <p:nvPr/>
        </p:nvSpPr>
        <p:spPr>
          <a:xfrm>
            <a:off x="1155700" y="615940"/>
            <a:ext cx="103759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MATHEMATICAL EXPLANATION OF YOLO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 divides the input image into a grid of cells.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grid cell, the model predicts: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coordinates: (x, y, w, 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confidence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probability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confidence is calculated as: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= P(Object) ×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(Intersection over Union) is given by:</a:t>
            </a:r>
          </a:p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Area of Overlap / Area of Union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Non-Maximum Suppression (NMS) is applied to remove overlapping boxes and retain the best predictions.</a:t>
            </a:r>
          </a:p>
        </p:txBody>
      </p:sp>
    </p:spTree>
    <p:extLst>
      <p:ext uri="{BB962C8B-B14F-4D97-AF65-F5344CB8AC3E}">
        <p14:creationId xmlns:p14="http://schemas.microsoft.com/office/powerpoint/2010/main" val="1744657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76E45D-B95A-4013-A591-BCD89408F765}"/>
              </a:ext>
            </a:extLst>
          </p:cNvPr>
          <p:cNvSpPr/>
          <p:nvPr/>
        </p:nvSpPr>
        <p:spPr>
          <a:xfrm>
            <a:off x="1733550" y="379186"/>
            <a:ext cx="8724900" cy="4307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DETECTION PIPELINE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detection pipeline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capture using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and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threshold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Non-Maximum Suppression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rendering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step runs sequentially on the Raspberry Pi.</a:t>
            </a:r>
          </a:p>
        </p:txBody>
      </p:sp>
    </p:spTree>
    <p:extLst>
      <p:ext uri="{BB962C8B-B14F-4D97-AF65-F5344CB8AC3E}">
        <p14:creationId xmlns:p14="http://schemas.microsoft.com/office/powerpoint/2010/main" val="172057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AF29FC-7230-4804-A37C-10E10918B380}"/>
              </a:ext>
            </a:extLst>
          </p:cNvPr>
          <p:cNvSpPr/>
          <p:nvPr/>
        </p:nvSpPr>
        <p:spPr>
          <a:xfrm>
            <a:off x="1782535" y="868474"/>
            <a:ext cx="9017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OUTPUT VISUALIZATION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potholes are displayed as bounding boxes on the live video stream.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bounding box includes a confidence score indicating detection reliability.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annotated output is displayed in real time through HDMI on a monitor.</a:t>
            </a:r>
          </a:p>
        </p:txBody>
      </p:sp>
    </p:spTree>
    <p:extLst>
      <p:ext uri="{BB962C8B-B14F-4D97-AF65-F5344CB8AC3E}">
        <p14:creationId xmlns:p14="http://schemas.microsoft.com/office/powerpoint/2010/main" val="2803637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E646B8-D6D8-4250-9F36-CAD3346373F9}"/>
              </a:ext>
            </a:extLst>
          </p:cNvPr>
          <p:cNvSpPr/>
          <p:nvPr/>
        </p:nvSpPr>
        <p:spPr>
          <a:xfrm>
            <a:off x="2108200" y="1168400"/>
            <a:ext cx="868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PERFORMANCE ANALYSIS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Raspberry Pi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inference time: 200–500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frame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rate: 2–5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utilization: High during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usage: Moderate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is acceptable for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74623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D6798-FA5D-457A-91D1-52CB62240B21}"/>
              </a:ext>
            </a:extLst>
          </p:cNvPr>
          <p:cNvSpPr/>
          <p:nvPr/>
        </p:nvSpPr>
        <p:spPr>
          <a:xfrm>
            <a:off x="1402443" y="933956"/>
            <a:ext cx="1031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CONCLUSION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an offline real-time pothole detection system using deep learning on an ARM-based embedded platform.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proves that intelligent computer vision solutions can be deployed on low-cost hardware without cloud dependency, making it suitable for real-world road monitoring applications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00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52</TotalTime>
  <Words>867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KISHORE PRABHAKARAN</cp:lastModifiedBy>
  <cp:revision>7</cp:revision>
  <dcterms:created xsi:type="dcterms:W3CDTF">2026-02-20T17:26:43Z</dcterms:created>
  <dcterms:modified xsi:type="dcterms:W3CDTF">2026-02-20T18:20:57Z</dcterms:modified>
</cp:coreProperties>
</file>